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Barriers to Effective Visual Communication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and Overcoming Common Pitfalls</a:t>
            </a:r>
          </a:p>
          <a:p>
            <a:r>
              <a:t>Generated via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communication is powerful, but it can fail if barriers exist.</a:t>
            </a:r>
          </a:p>
          <a:p>
            <a:pPr lvl="1"/>
            <a:r>
              <a:t>Common barriers prevent the audience from understanding the intended message.</a:t>
            </a:r>
          </a:p>
          <a:p>
            <a:pPr lvl="1"/>
            <a:r>
              <a:t>Key barriers include:</a:t>
            </a:r>
          </a:p>
          <a:p>
            <a:pPr lvl="2"/>
            <a:r>
              <a:t>Information Overload</a:t>
            </a:r>
          </a:p>
          <a:p>
            <a:pPr lvl="2"/>
            <a:r>
              <a:t>Poor Design and Clutter</a:t>
            </a:r>
          </a:p>
          <a:p>
            <a:pPr lvl="2"/>
            <a:r>
              <a:t>Inappropriate Color Choices</a:t>
            </a:r>
          </a:p>
          <a:p>
            <a:pPr lvl="2"/>
            <a:r>
              <a:t>Cultural Differences</a:t>
            </a:r>
          </a:p>
          <a:p>
            <a:pPr lvl="2"/>
            <a:r>
              <a:t>Misleading Data Visualizations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Barrier 1: Information Overload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 much information on a single visual can overwhelm the audience.</a:t>
            </a:r>
          </a:p>
          <a:p>
            <a:pPr lvl="1"/>
            <a:r>
              <a:t>Too much text or data makes it difficult to focus on key points.</a:t>
            </a:r>
          </a:p>
          <a:p>
            <a:pPr lvl="1"/>
            <a:r>
              <a:t>Solution: Keep it simple.</a:t>
            </a:r>
          </a:p>
          <a:p>
            <a:pPr lvl="2"/>
            <a:r>
              <a:t>Use whitespace effectively.</a:t>
            </a:r>
          </a:p>
          <a:p>
            <a:pPr lvl="2"/>
            <a:r>
              <a:t>Stick to one main idea per slide or visual.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Barrier 2: Poor Design and Clutter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lack of visual hierarchy and cluttered elements confuse viewers.</a:t>
            </a:r>
          </a:p>
          <a:p>
            <a:pPr lvl="1"/>
            <a:r>
              <a:t>Inconsistent fonts and unaligned elements look unprofessional.</a:t>
            </a:r>
          </a:p>
          <a:p>
            <a:pPr lvl="1"/>
            <a:r>
              <a:t>Unnecessary graphics distract from the core message.</a:t>
            </a:r>
          </a:p>
          <a:p>
            <a:pPr lvl="1"/>
            <a:r>
              <a:t>Solution: Use grids, consistent typography, and remove non-essential elements.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Barrier 3: Inappropriate Color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Poor contrast and relying only on color can alienate parts of the audience.</a:t>
            </a:r>
          </a:p>
          <a:p>
            <a:pPr lvl="1"/>
            <a:r>
              <a:t>Low contrast makes text hard to read.</a:t>
            </a:r>
          </a:p>
          <a:p>
            <a:pPr lvl="1"/>
            <a:r>
              <a:t>Color blindness affects approximately 8% of men and 0.5% of women.</a:t>
            </a:r>
          </a:p>
          <a:p>
            <a:pPr lvl="1"/>
            <a:r>
              <a:t>Solution: Ensure high contrast and use patterns/labels alongside color.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Barrier 4: Cultural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Symbols, colors, and imagery can mean different things across cultures.</a:t>
            </a:r>
          </a:p>
          <a:p>
            <a:pPr lvl="1"/>
            <a:r>
              <a:t>Example: Red can mean danger/stop in Western cultures, but prosperity in some Eastern cultures.</a:t>
            </a:r>
          </a:p>
          <a:p>
            <a:pPr lvl="1"/>
            <a:r>
              <a:t>Reading direction (left-to-right vs. right-to-left) affects visual flow.</a:t>
            </a:r>
          </a:p>
          <a:p>
            <a:pPr lvl="1"/>
            <a:r>
              <a:t>Solution: Know your audience and localize visual content when necessary.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Barrier 5: Misleading Data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Charts and graphs that misrepresent data cause loss of trust.</a:t>
            </a:r>
          </a:p>
          <a:p>
            <a:pPr lvl="1"/>
            <a:r>
              <a:t>Truncated y-axes can exaggerate small differences.</a:t>
            </a:r>
          </a:p>
          <a:p>
            <a:pPr lvl="1"/>
            <a:r>
              <a:t>Improper chart types (e.g., using a pie chart for too many categories).</a:t>
            </a:r>
          </a:p>
          <a:p>
            <a:pPr lvl="1"/>
            <a:r>
              <a:t>Solution: Follow data visualization best practices and maintain integrity.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Effective visual communication requires intentional design.</a:t>
            </a:r>
          </a:p>
          <a:p>
            <a:pPr lvl="1"/>
            <a:r>
              <a:t>Avoid overload, clutter, and misleading representations.</a:t>
            </a:r>
          </a:p>
          <a:p>
            <a:pPr lvl="1"/>
            <a:r>
              <a:t>Consider accessibility (color) and audience background (culture).</a:t>
            </a:r>
          </a:p>
          <a:p>
            <a:pPr lvl="1"/>
            <a:r>
              <a:t>Clear, simple, and accurate visuals lead to successful communication.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